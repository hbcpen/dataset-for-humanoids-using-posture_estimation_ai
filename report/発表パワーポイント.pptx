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9594D-ACC6-16B3-1071-45A56031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75A2A4-9127-1D47-962B-C50A44A44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28107-C817-D7B9-C26F-ED45FA0D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F6F938-C666-C59F-64C2-B7E59C04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81E986-D9A5-4916-5A32-C721E742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46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80F48-BD15-45F3-E8F9-3001E18C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A4ECF5-7F66-87FF-D7E1-C33AAC163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CCD098-5726-B6C8-CFC6-6FBBC871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91CA70-77DE-A413-9A79-D77AA88A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C1C1F4-6D31-CC63-3C5B-D7377EFB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05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DD140-2D05-C670-0739-8A934417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F1D3C4-8B2B-4A60-5528-5E34C3D01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89629-F085-FF83-2AF7-EBC3A8C6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30BAF-A1F8-4EC6-1EF9-59D8B751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818186-1726-43B3-40A9-684B0BFA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24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F2584-8AC4-C52D-1033-E32E3F1E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5EBED9-0B47-9C2C-7A5F-4A3D20FAD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723C40-C29B-0CB9-FA46-5835CAE62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503696-9330-859F-3C58-4E33D15B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EE81A-14B6-7634-3D2E-6F2CF1E7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E8F1DC-85B3-988E-C77F-93A0BD85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2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0CA65-3939-38A0-3D7D-75EB63A4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91ACAC-9371-CE44-9AC1-7738B8C79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58DEB4-7E6C-F091-3796-2F644065C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A790FF-677E-54B0-3A80-0B27AB994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283948-6178-98C3-6AEA-E088A3DCD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297978-4288-788B-6BE1-B41FF34C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B29878-32DA-17FD-753C-7E8F6C2F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C67E5C3-5FC1-8F9C-0FC2-0E3D5811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CB650-96D0-2366-56A8-066DB938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165FFD-565D-DF2A-2893-694DDB6C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3DF3D7-4514-AAB3-6BAA-60B9DB03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81CCAB-2868-1C22-8754-E6A331D5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74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CA866B-D93C-C17C-E133-7571CB18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E2044-618E-FB1B-B5A3-411F638F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E4FACB-C4A2-087D-6AAB-DA1404C3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12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B5EE6-2E20-67F6-663E-A8186DD7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D4EFC2-1B31-3387-37D4-3E69865BC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A45A93-5BAA-98B0-3626-A9CC0F1DB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981444-7A17-ED1F-8E5A-EDB95D3F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846D53-B2D7-1E07-8502-AE9428CA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80B264-A5DE-AFFF-892B-AA4799DB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28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45D3AB-51A6-B370-0063-4347752F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2AFC67-E7D4-C74C-BD67-7DA222334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54D501-BC3D-2CEA-2C7B-D6229FEDD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73F8CD-96C4-8C2D-E9C6-59AFB941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1725AA-CD25-2BE7-8CC4-DFB0BEE6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8ABB98-FC53-8344-6BB0-5B547523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57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F7CAF-4306-F0B5-51AD-5ECC6275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26A631-4A96-5C6B-367A-B7DFADA1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CD0896-486F-38E4-A8B6-5F2E6D77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9FD5FE-D041-3380-0C4A-E7AAD249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963EA0-3D60-2AE5-5B1B-907AE50E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52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D6454A-D625-E96D-A96B-23D103F1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7D6F3B-874C-9F44-72D6-F79EAF38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B20D1F-C021-1670-7479-00626CCB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34F8FD-DEC8-12D8-8C2F-F1232895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5CFBE5-8C9B-6857-02C5-FFE846E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54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4A2559-1CC5-B395-2D1D-742AA872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09E41A-93A6-53F6-7C1A-728C4291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ED5CD3-13C4-C7A4-A44D-920221C7D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AAB7B-62A1-4F43-A3F6-3590811A1DA6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02661E-7B0B-241D-B979-A5DDBFA5E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5CFE5F-C704-6DAC-D6EA-0A9CF1A0D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F01B5-A312-4B9A-A64E-993CF17E7E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45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57D4D-6026-1486-12F3-907E34D42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姿勢推定</a:t>
            </a:r>
            <a:r>
              <a:rPr lang="en-US" altLang="ja-JP" dirty="0"/>
              <a:t>AI</a:t>
            </a:r>
            <a:r>
              <a:rPr lang="ja-JP" altLang="en-US" dirty="0"/>
              <a:t>を用いたヒューマノイド向けデータセット構築</a:t>
            </a:r>
            <a:br>
              <a:rPr lang="ja-JP" altLang="en-US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7D94BF-2698-BA48-6F6C-366E3F659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ja-JP" dirty="0"/>
          </a:p>
          <a:p>
            <a:r>
              <a:rPr kumimoji="1" lang="en-US" altLang="ja-JP" dirty="0"/>
              <a:t>3-5-26 </a:t>
            </a:r>
            <a:r>
              <a:rPr kumimoji="1" lang="ja-JP" altLang="en-US" dirty="0"/>
              <a:t>野澤和真</a:t>
            </a:r>
          </a:p>
        </p:txBody>
      </p:sp>
    </p:spTree>
    <p:extLst>
      <p:ext uri="{BB962C8B-B14F-4D97-AF65-F5344CB8AC3E}">
        <p14:creationId xmlns:p14="http://schemas.microsoft.com/office/powerpoint/2010/main" val="264222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9879D-9C9C-C7D0-0265-08DA78B7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  <a:r>
              <a:rPr lang="en-US" altLang="ja-JP" dirty="0"/>
              <a:t> 1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47705A-AC44-2238-09EE-5B6E4FAE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日本の人口減少について、政府や自治体が対策を進めているが、人口減少の流れを根本的に変えることはできていない。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労働人口減少に対して、労働参加の促進や外国人労働者の受け入れなどが行われているが、追いついていない。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汎用的なタスクに対してヒューマノイドが活用できるのでは？</a:t>
            </a:r>
          </a:p>
        </p:txBody>
      </p:sp>
    </p:spTree>
    <p:extLst>
      <p:ext uri="{BB962C8B-B14F-4D97-AF65-F5344CB8AC3E}">
        <p14:creationId xmlns:p14="http://schemas.microsoft.com/office/powerpoint/2010/main" val="339106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8D7D7-C378-527D-EEAE-4528DA23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 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960120-C135-7954-36A9-1659D947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3076"/>
          </a:xfrm>
        </p:spPr>
        <p:txBody>
          <a:bodyPr/>
          <a:lstStyle/>
          <a:p>
            <a:r>
              <a:rPr lang="en-US" altLang="ja-JP" dirty="0"/>
              <a:t>LLM</a:t>
            </a:r>
            <a:r>
              <a:rPr lang="ja-JP" altLang="en-US" dirty="0"/>
              <a:t>の進歩</a:t>
            </a:r>
            <a:r>
              <a:rPr lang="en-US" altLang="ja-JP" dirty="0"/>
              <a:t>(</a:t>
            </a:r>
            <a:r>
              <a:rPr lang="ja-JP" altLang="en-US" dirty="0"/>
              <a:t>マルチモーダル化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Nvidia Keynote 2025</a:t>
            </a:r>
            <a:r>
              <a:rPr lang="ja-JP" altLang="en-US" dirty="0"/>
              <a:t>で</a:t>
            </a:r>
            <a:r>
              <a:rPr lang="en-US" altLang="ja-JP" dirty="0"/>
              <a:t>physical AI</a:t>
            </a:r>
            <a:r>
              <a:rPr lang="ja-JP" altLang="en-US" dirty="0"/>
              <a:t>に注目が集まる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既存のヒューマノイドロボット：</a:t>
            </a:r>
            <a:endParaRPr lang="en-US" altLang="ja-JP" dirty="0"/>
          </a:p>
          <a:p>
            <a:r>
              <a:rPr lang="en-US" altLang="ja-JP" dirty="0"/>
              <a:t>Atlas (Boston Dynamics)</a:t>
            </a:r>
          </a:p>
          <a:p>
            <a:r>
              <a:rPr lang="en-US" altLang="ja-JP" dirty="0"/>
              <a:t>Tesla Optimus (Tesla)</a:t>
            </a:r>
          </a:p>
          <a:p>
            <a:r>
              <a:rPr lang="en-US" altLang="ja-JP" dirty="0"/>
              <a:t>Figure 03 (Figure)</a:t>
            </a:r>
          </a:p>
          <a:p>
            <a:r>
              <a:rPr lang="en-US" altLang="ja-JP" dirty="0"/>
              <a:t>Unitree (Unitree Robotics)</a:t>
            </a:r>
            <a:endParaRPr kumimoji="1" lang="ja-JP" altLang="en-US" dirty="0"/>
          </a:p>
        </p:txBody>
      </p:sp>
      <p:sp>
        <p:nvSpPr>
          <p:cNvPr id="4" name="AutoShape 2" descr="GeForce 25 周年をお祝いしましょう！">
            <a:extLst>
              <a:ext uri="{FF2B5EF4-FFF2-40B4-BE49-F238E27FC236}">
                <a16:creationId xmlns:a16="http://schemas.microsoft.com/office/drawing/2014/main" id="{34347EFC-05C9-F933-D8B1-B700AAF59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98605" cy="119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1561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8BC483-4E80-7481-F77A-04E07BD9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ヒューマノイドロボットの課題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E5B434-9F28-0ED0-3F5B-C87831D9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独自のハードウェア向けのデータセットが必要</a:t>
            </a:r>
            <a:endParaRPr lang="en-US" altLang="ja-JP" dirty="0"/>
          </a:p>
          <a:p>
            <a:r>
              <a:rPr lang="ja-JP" altLang="en-US" dirty="0"/>
              <a:t>高価な実機ロボットを用意</a:t>
            </a:r>
          </a:p>
          <a:p>
            <a:r>
              <a:rPr lang="ja-JP" altLang="en-US" dirty="0"/>
              <a:t>大掛かりなモーションキャプチャや</a:t>
            </a:r>
            <a:r>
              <a:rPr lang="en-US" altLang="ja-JP" dirty="0"/>
              <a:t>VR</a:t>
            </a:r>
            <a:r>
              <a:rPr lang="ja-JP" altLang="en-US" dirty="0"/>
              <a:t>遠隔操作システム</a:t>
            </a:r>
          </a:p>
          <a:p>
            <a:r>
              <a:rPr lang="ja-JP" altLang="en-US" dirty="0"/>
              <a:t>データ作成のコスト高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193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C8373-6FD7-3223-3450-1587B51F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br>
              <a:rPr lang="ja-JP" altLang="en-US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55D47-A495-13D3-F4E0-6884D6E1B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既存の映像アーカイブから、姿勢推定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を使ってデータを自動生成するパイプラインを提供する</a:t>
            </a:r>
            <a:endParaRPr kumimoji="1" lang="en-US" altLang="ja-JP" dirty="0"/>
          </a:p>
          <a:p>
            <a:r>
              <a:rPr lang="ja-JP" altLang="en-US" dirty="0"/>
              <a:t>人間がタスクを行っている映像を入力</a:t>
            </a:r>
          </a:p>
          <a:p>
            <a:r>
              <a:rPr lang="ja-JP" altLang="en-US" dirty="0"/>
              <a:t>最新の姿勢推定</a:t>
            </a:r>
            <a:r>
              <a:rPr lang="en-US" altLang="ja-JP" dirty="0"/>
              <a:t>AI</a:t>
            </a:r>
            <a:r>
              <a:rPr lang="ja-JP" altLang="en-US" dirty="0"/>
              <a:t>に通すことで、人間の骨格情報を</a:t>
            </a:r>
            <a:r>
              <a:rPr lang="en-US" altLang="ja-JP" dirty="0"/>
              <a:t>3</a:t>
            </a:r>
            <a:r>
              <a:rPr lang="ja-JP" altLang="en-US" dirty="0"/>
              <a:t>次元で抽出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955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F49C4-2124-BAB6-5A01-7A02C58A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差別化ポイント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E2E87-DD1A-FB62-878B-4C965560D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圧倒的低コスト</a:t>
            </a:r>
            <a:endParaRPr kumimoji="1" lang="en-US" altLang="ja-JP" dirty="0"/>
          </a:p>
          <a:p>
            <a:r>
              <a:rPr lang="ja-JP" altLang="en-US" dirty="0"/>
              <a:t>データ量の確保が容易</a:t>
            </a:r>
            <a:endParaRPr lang="en-US" altLang="ja-JP" dirty="0"/>
          </a:p>
          <a:p>
            <a:r>
              <a:rPr lang="ja-JP" altLang="en-US" dirty="0"/>
              <a:t>人間の動作をデータとして保持するため後から任意のロボットモデルに適用可能</a:t>
            </a:r>
          </a:p>
        </p:txBody>
      </p:sp>
    </p:spTree>
    <p:extLst>
      <p:ext uri="{BB962C8B-B14F-4D97-AF65-F5344CB8AC3E}">
        <p14:creationId xmlns:p14="http://schemas.microsoft.com/office/powerpoint/2010/main" val="366529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44F6A-EE1A-ABED-78DA-8474F3DB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A09802-4F6E-1898-5D59-33C0B2CB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高価な機材や実機への依存を排除</a:t>
            </a:r>
          </a:p>
          <a:p>
            <a:r>
              <a:rPr kumimoji="1" lang="ja-JP" altLang="en-US" dirty="0"/>
              <a:t>映像さえあればヒューマノイド向けのデータセット作成が可能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一部の研究機関だけでなく、より多くの開発者がヒューマノイド研究に参入できるようになり、技術開発の民主化と加速に貢献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554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280</Words>
  <Application>Microsoft Office PowerPoint</Application>
  <PresentationFormat>ワイド画面</PresentationFormat>
  <Paragraphs>36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姿勢推定AIを用いたヒューマノイド向けデータセット構築 </vt:lpstr>
      <vt:lpstr>背景 1</vt:lpstr>
      <vt:lpstr>背景 2</vt:lpstr>
      <vt:lpstr>ヒューマノイドロボットの課題</vt:lpstr>
      <vt:lpstr>提案手法 </vt:lpstr>
      <vt:lpstr>差別化ポイント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head block</dc:creator>
  <cp:lastModifiedBy>head block</cp:lastModifiedBy>
  <cp:revision>3</cp:revision>
  <dcterms:created xsi:type="dcterms:W3CDTF">2025-12-10T02:12:15Z</dcterms:created>
  <dcterms:modified xsi:type="dcterms:W3CDTF">2025-12-10T02:47:59Z</dcterms:modified>
</cp:coreProperties>
</file>